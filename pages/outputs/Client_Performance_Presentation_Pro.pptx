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trend by quarter. Highlight peaks/drops.</a:t>
            </a:r>
          </a:p>
          <a:p>
            <a:r>
              <a:t>Call out periods where Client B outgrows Client A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Units trend complements Value; check mix and pack-size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over/under-performance among under 35s vs over 35s; prioritize growth pockets.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flavours for B. Decide defend vs. expand vs. fix underperformers.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 efficiency: who extracts more value per buyer/trip?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trajectory: is Client B gaining ground overall or seasonally?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B a 'frequency' player or a 'reach' player? Align strategy (loyalty vs. acquisition).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Basket depth proxy; watch for promo intensity or pack-size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A vs Client B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Last 2 Years · Auto-generated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overview</a:t>
            </a:r>
          </a:p>
          <a:p>
            <a:pPr/>
            <a:r>
              <a:t>Comparative performance (A vs B)</a:t>
            </a:r>
          </a:p>
          <a:p>
            <a:pPr/>
            <a:r>
              <a:t>Demographics &amp; flavour deep dive</a:t>
            </a:r>
          </a:p>
          <a:p>
            <a:pPr/>
            <a:r>
              <a:t>Efficiency &amp; market share</a:t>
            </a:r>
          </a:p>
          <a:p>
            <a:pPr/>
            <a:r>
              <a:t>Key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Observations: 88</a:t>
            </a:r>
          </a:p>
          <a:p>
            <a:pPr/>
            <a:r>
              <a:t>Quarters: 8</a:t>
            </a:r>
          </a:p>
          <a:p>
            <a:pPr/>
            <a:r>
              <a:t>Clients: 2 (A &amp; B)</a:t>
            </a:r>
          </a:p>
          <a:p>
            <a:pPr/>
            <a:r>
              <a:t>Measures: Value, Units, Buyers, Trips, Raw Trips</a:t>
            </a:r>
          </a:p>
          <a:p>
            <a:pPr/>
            <a:r>
              <a:t>Dimensions: Demographic Group, Retailer (Allmart), Flavour,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 Value by Client</a:t>
            </a:r>
          </a:p>
        </p:txBody>
      </p:sp>
      <p:pic>
        <p:nvPicPr>
          <p:cNvPr id="3" name="Picture 2" descr="01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62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Units by Client</a:t>
            </a:r>
          </a:p>
        </p:txBody>
      </p:sp>
      <p:pic>
        <p:nvPicPr>
          <p:cNvPr id="3" name="Picture 2" descr="02_unit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622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Demographic Group</a:t>
            </a:r>
          </a:p>
        </p:txBody>
      </p:sp>
      <p:pic>
        <p:nvPicPr>
          <p:cNvPr id="3" name="Picture 2" descr="03_demo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57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B – Sales by Flavour</a:t>
            </a:r>
          </a:p>
        </p:txBody>
      </p:sp>
      <p:pic>
        <p:nvPicPr>
          <p:cNvPr id="3" name="Picture 2" descr="04_flavour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57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Comparison: Value per Buyer &amp; per Trip</a:t>
            </a:r>
          </a:p>
        </p:txBody>
      </p:sp>
      <p:pic>
        <p:nvPicPr>
          <p:cNvPr id="3" name="Picture 2" descr="05_kpi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571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B Value Share by Quarter</a:t>
            </a:r>
          </a:p>
        </p:txBody>
      </p:sp>
      <p:pic>
        <p:nvPicPr>
          <p:cNvPr id="3" name="Picture 2" descr="06_b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62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Efficiency: Trips vs Buyers</a:t>
            </a:r>
          </a:p>
        </p:txBody>
      </p:sp>
      <p:pic>
        <p:nvPicPr>
          <p:cNvPr id="3" name="Picture 2" descr="07_efficienc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6673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per Trip by Quarter and Client</a:t>
            </a:r>
          </a:p>
        </p:txBody>
      </p:sp>
      <p:pic>
        <p:nvPicPr>
          <p:cNvPr id="3" name="Picture 2" descr="08_units_per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962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Client B’s growth pockets by flavour and demographics</a:t>
            </a:r>
          </a:p>
          <a:p>
            <a:pPr/>
            <a:r>
              <a:t>Efficiency levers: increase trips or value per trip</a:t>
            </a:r>
          </a:p>
          <a:p>
            <a:pPr/>
            <a:r>
              <a:t>Prioritize quarters/flavours where B gains share</a:t>
            </a:r>
          </a:p>
          <a:p>
            <a:pPr/>
            <a:r>
              <a:t>Test &amp; learn: targeted promos for underperforming segments</a:t>
            </a:r>
          </a:p>
          <a:p>
            <a:pPr/>
            <a:r>
              <a:t>Data wish-list: promo calendar, price, distribution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